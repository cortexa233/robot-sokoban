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a0a9e5a0714447" /><Relationship Type="http://schemas.openxmlformats.org/officeDocument/2006/relationships/extended-properties" Target="/docProps/app.xml" Id="Rbc488824222b41f8" /><Relationship Type="http://schemas.openxmlformats.org/officeDocument/2006/relationships/officeDocument" Target="/ppt/presentation.xml" Id="Rce0c325e204b4a8f" /></Relationships>
</file>

<file path=ppt/presentation.xml><?xml version="1.0" encoding="utf-8"?>
<p:presentation xmlns:p="http://schemas.openxmlformats.org/presentationml/2006/main">
  <p:sldMasterIdLst>
    <p:sldMasterId xmlns:r="http://schemas.openxmlformats.org/officeDocument/2006/relationships" id="2147483648" r:id="Ra7d24a7f34434515"/>
  </p:sldMasterIdLst>
  <p:notesMasterIdLst>
    <p:notesMasterId xmlns:r="http://schemas.openxmlformats.org/officeDocument/2006/relationships" r:id="R556e36c3691a4ca7"/>
  </p:notesMasterIdLst>
  <p:sldIdLst>
    <p:sldId xmlns:r="http://schemas.openxmlformats.org/officeDocument/2006/relationships" id="256" r:id="R774ef99c7c1a4a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05c9a6773f4b19" /><Relationship Type="http://schemas.openxmlformats.org/officeDocument/2006/relationships/slideMaster" Target="/ppt/slideMasters/slideMaster1.xml" Id="Ra7d24a7f34434515" /><Relationship Type="http://schemas.openxmlformats.org/officeDocument/2006/relationships/notesMaster" Target="/ppt/notesMasters/notesMaster1.xml" Id="R556e36c3691a4ca7" /><Relationship Type="http://schemas.openxmlformats.org/officeDocument/2006/relationships/presProps" Target="/ppt/presProps.xml" Id="R9dbee010dcfa4046" /><Relationship Type="http://schemas.openxmlformats.org/officeDocument/2006/relationships/tableStyles" Target="/ppt/tableStyles.xml" Id="Rf61181f87a4e4e07" /><Relationship Type="http://schemas.openxmlformats.org/officeDocument/2006/relationships/slide" Target="/ppt/slides/slide1.xml" Id="R774ef99c7c1a4a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d541cca2a74c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84d148edb94269" /><Relationship Type="http://schemas.openxmlformats.org/officeDocument/2006/relationships/notesMaster" Target="/ppt/notesMasters/notesMaster1.xml" Id="R41e069ed1cdc48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I encountered rigging for the first time in Michael’s GSND 6000 class. I used Blender with MCP to explore how to animate the robot character in my game jam project. The current robot uses a hierarchy of rigid mechanical parts with keyed pivots rather than deformable skinning. These examples show the existing Idle, Move and Push clips. The clips were captured in an isolated Unity preview scene with a simple floor, fixed cameras and one existing cargo crate for the push demonstration. The move path and short crate displacement are staging for the animation demonstration.</a:t>
            </a:r>
          </a:p>
          <a:p xmlns:a="http://schemas.openxmlformats.org/drawingml/2006/main">
            <a:r>
              <a:t/>
            </a:r>
          </a:p>
          <a:p xmlns:a="http://schemas.openxmlformats.org/drawingml/2006/main">
            <a:r>
              <a:t>Sources: the user’s description of their course experience; ArtSource/Robot/README.md; ArtSource/Robot/robot_asset_manifest.json; Assets/Resources/prefabs/gameplay/player/Robot.prefab; Assets/Art/Robot/Meshes/Robot.fbx; Assets/Resources/prefabs/gameplay/StationKit/CargoCrate.prefab.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84070e340241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eb6873e77e449d" /><Relationship Type="http://schemas.openxmlformats.org/officeDocument/2006/relationships/slideLayout" Target="/ppt/slideLayouts/slideLayout1.xml" Id="R4cc060f105e447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c060f105e447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e6928deca543e5" /><Relationship Type="http://schemas.openxmlformats.org/officeDocument/2006/relationships/image" Target="/ppt/media/image.gif" Id="Rca8195a7cdd7424e" /><Relationship Type="http://schemas.openxmlformats.org/officeDocument/2006/relationships/image" Target="/ppt/media/image2.gif" Id="Rb4c66dcd999342bd" /><Relationship Type="http://schemas.openxmlformats.org/officeDocument/2006/relationships/image" Target="/ppt/media/image3.gif" Id="R3ac84706b7ea4522" /><Relationship Type="http://schemas.openxmlformats.org/officeDocument/2006/relationships/notesSlide" Target="/ppt/notesSlides/notesSlide1.xml" Id="Red8096c27c25463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4DE3A07F-AD87-4DB6-BD04-3FC4FCD1F4AE}"/>
              </a:ext>
            </a:extLst>
          </p:cNvPr>
          <p:cNvSpPr>
            <a:spLocks xmlns:a="http://schemas.openxmlformats.org/drawingml/2006/main" noGrp="1"/>
          </p:cNvSpPr>
          <p:nvPr/>
        </p:nvSpPr>
        <p:spPr>
          <a:xfrm xmlns:a="http://schemas.openxmlformats.org/drawingml/2006/main">
            <a:off x="609600" y="533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202124"/>
                </a:solidFill>
                <a:latin typeface="Arial"/>
                <a:ea typeface="Arial"/>
                <a:cs typeface="Arial"/>
              </a:defRPr>
            </a:pPr>
            <a:r>
              <a:rPr sz="3750" b="1">
                <a:solidFill>
                  <a:srgbClr val="202124"/>
                </a:solidFill>
                <a:latin typeface="Arial"/>
                <a:ea typeface="Arial"/>
                <a:cs typeface="Arial"/>
              </a:rPr>
              <a:t>My first rigging experiment</a:t>
            </a:r>
          </a:p>
        </p:txBody>
      </p:sp>
      <p:sp>
        <p:nvSpPr>
          <p:cNvPr id="2" name="Course reflection">
            <a:extLst xmlns:a="http://schemas.openxmlformats.org/drawingml/2006/main">
              <a:ext uri="{FF2B5EF4-FFF2-40B4-BE49-F238E27FC236}">
                <a16:creationId xmlns:a16="http://schemas.microsoft.com/office/drawing/2014/main" id="{504406CF-5B20-4197-AA40-5ED3BF140146}"/>
              </a:ext>
            </a:extLst>
          </p:cNvPr>
          <p:cNvSpPr>
            <a:spLocks xmlns:a="http://schemas.openxmlformats.org/drawingml/2006/main" noGrp="1"/>
          </p:cNvSpPr>
          <p:nvPr/>
        </p:nvSpPr>
        <p:spPr>
          <a:xfrm xmlns:a="http://schemas.openxmlformats.org/drawingml/2006/main">
            <a:off x="609600" y="13906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202124"/>
                </a:solidFill>
                <a:latin typeface="Arial"/>
                <a:ea typeface="Arial"/>
                <a:cs typeface="Arial"/>
              </a:defRPr>
            </a:pPr>
            <a:r>
              <a:rPr sz="1875" b="0">
                <a:solidFill>
                  <a:srgbClr val="202124"/>
                </a:solidFill>
                <a:latin typeface="Arial"/>
                <a:ea typeface="Arial"/>
                <a:cs typeface="Arial"/>
              </a:rPr>
              <a:t>This week, I learned rigging for the first time in Michael’s GSND 6000 class.</a:t>
            </a:r>
          </a:p>
        </p:txBody>
      </p:sp>
      <p:sp>
        <p:nvSpPr>
          <p:cNvPr id="3" name="Project reflection">
            <a:extLst xmlns:a="http://schemas.openxmlformats.org/drawingml/2006/main">
              <a:ext uri="{FF2B5EF4-FFF2-40B4-BE49-F238E27FC236}">
                <a16:creationId xmlns:a16="http://schemas.microsoft.com/office/drawing/2014/main" id="{C92CDA3C-743B-4EE4-81F1-935951106823}"/>
              </a:ext>
            </a:extLst>
          </p:cNvPr>
          <p:cNvSpPr>
            <a:spLocks xmlns:a="http://schemas.openxmlformats.org/drawingml/2006/main" noGrp="1"/>
          </p:cNvSpPr>
          <p:nvPr/>
        </p:nvSpPr>
        <p:spPr>
          <a:xfrm xmlns:a="http://schemas.openxmlformats.org/drawingml/2006/main">
            <a:off x="609600" y="17526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202124"/>
                </a:solidFill>
                <a:latin typeface="Arial"/>
                <a:ea typeface="Arial"/>
                <a:cs typeface="Arial"/>
              </a:defRPr>
            </a:pPr>
            <a:r>
              <a:rPr sz="1875" b="0">
                <a:solidFill>
                  <a:srgbClr val="202124"/>
                </a:solidFill>
                <a:latin typeface="Arial"/>
                <a:ea typeface="Arial"/>
                <a:cs typeface="Arial"/>
              </a:rPr>
              <a:t>I experimented with Blender + MCP to create simple animations for my game jam robot.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a8195a7cdd7424e"/>
          <a:stretch xmlns:a="http://schemas.openxmlformats.org/drawingml/2006/main"/>
        </p:blipFill>
        <p:spPr>
          <a:xfrm xmlns:a="http://schemas.openxmlformats.org/drawingml/2006/main">
            <a:off x="609600" y="2457450"/>
            <a:ext cx="3429000" cy="3429000"/>
          </a:xfrm>
          <a:prstGeom xmlns:a="http://schemas.openxmlformats.org/drawingml/2006/main" prst="rect">
            <a:avLst/>
          </a:prstGeom>
        </p:spPr>
      </p:pic>
      <p:sp>
        <p:nvSpPr>
          <p:cNvPr id="5" name="Idle caption">
            <a:extLst xmlns:a="http://schemas.openxmlformats.org/drawingml/2006/main">
              <a:ext uri="{FF2B5EF4-FFF2-40B4-BE49-F238E27FC236}">
                <a16:creationId xmlns:a16="http://schemas.microsoft.com/office/drawing/2014/main" id="{6B22D0DA-C6DE-40FF-AB0A-86EB0C3CEAB1}"/>
              </a:ext>
            </a:extLst>
          </p:cNvPr>
          <p:cNvSpPr>
            <a:spLocks xmlns:a="http://schemas.openxmlformats.org/drawingml/2006/main" noGrp="1"/>
          </p:cNvSpPr>
          <p:nvPr/>
        </p:nvSpPr>
        <p:spPr>
          <a:xfrm xmlns:a="http://schemas.openxmlformats.org/drawingml/2006/main">
            <a:off x="609600" y="6076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202124"/>
                </a:solidFill>
                <a:latin typeface="Arial"/>
                <a:ea typeface="Arial"/>
                <a:cs typeface="Arial"/>
              </a:defRPr>
            </a:pPr>
            <a:r>
              <a:rPr sz="1875" b="1">
                <a:solidFill>
                  <a:srgbClr val="202124"/>
                </a:solidFill>
                <a:latin typeface="Arial"/>
                <a:ea typeface="Arial"/>
                <a:cs typeface="Arial"/>
              </a:rPr>
              <a:t>Idle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4c66dcd999342bd"/>
          <a:stretch xmlns:a="http://schemas.openxmlformats.org/drawingml/2006/main"/>
        </p:blipFill>
        <p:spPr>
          <a:xfrm xmlns:a="http://schemas.openxmlformats.org/drawingml/2006/main">
            <a:off x="4381500" y="2457450"/>
            <a:ext cx="3429000" cy="3429000"/>
          </a:xfrm>
          <a:prstGeom xmlns:a="http://schemas.openxmlformats.org/drawingml/2006/main" prst="rect">
            <a:avLst/>
          </a:prstGeom>
        </p:spPr>
      </p:pic>
      <p:sp>
        <p:nvSpPr>
          <p:cNvPr id="7" name="Move caption">
            <a:extLst xmlns:a="http://schemas.openxmlformats.org/drawingml/2006/main">
              <a:ext uri="{FF2B5EF4-FFF2-40B4-BE49-F238E27FC236}">
                <a16:creationId xmlns:a16="http://schemas.microsoft.com/office/drawing/2014/main" id="{BD5745DB-8B42-4EFC-BC5F-643BC2B5CFB0}"/>
              </a:ext>
            </a:extLst>
          </p:cNvPr>
          <p:cNvSpPr>
            <a:spLocks xmlns:a="http://schemas.openxmlformats.org/drawingml/2006/main" noGrp="1"/>
          </p:cNvSpPr>
          <p:nvPr/>
        </p:nvSpPr>
        <p:spPr>
          <a:xfrm xmlns:a="http://schemas.openxmlformats.org/drawingml/2006/main">
            <a:off x="4381500" y="6076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202124"/>
                </a:solidFill>
                <a:latin typeface="Arial"/>
                <a:ea typeface="Arial"/>
                <a:cs typeface="Arial"/>
              </a:defRPr>
            </a:pPr>
            <a:r>
              <a:rPr sz="1875" b="1">
                <a:solidFill>
                  <a:srgbClr val="202124"/>
                </a:solidFill>
                <a:latin typeface="Arial"/>
                <a:ea typeface="Arial"/>
                <a:cs typeface="Arial"/>
              </a:rPr>
              <a:t>Move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ac84706b7ea4522"/>
          <a:stretch xmlns:a="http://schemas.openxmlformats.org/drawingml/2006/main"/>
        </p:blipFill>
        <p:spPr>
          <a:xfrm xmlns:a="http://schemas.openxmlformats.org/drawingml/2006/main">
            <a:off x="8153400" y="2457450"/>
            <a:ext cx="3429000" cy="3429000"/>
          </a:xfrm>
          <a:prstGeom xmlns:a="http://schemas.openxmlformats.org/drawingml/2006/main" prst="rect">
            <a:avLst/>
          </a:prstGeom>
        </p:spPr>
      </p:pic>
      <p:sp>
        <p:nvSpPr>
          <p:cNvPr id="9" name="Push caption">
            <a:extLst xmlns:a="http://schemas.openxmlformats.org/drawingml/2006/main">
              <a:ext uri="{FF2B5EF4-FFF2-40B4-BE49-F238E27FC236}">
                <a16:creationId xmlns:a16="http://schemas.microsoft.com/office/drawing/2014/main" id="{4890F92F-E2E6-49BB-8ED8-8BE619CF807A}"/>
              </a:ext>
            </a:extLst>
          </p:cNvPr>
          <p:cNvSpPr>
            <a:spLocks xmlns:a="http://schemas.openxmlformats.org/drawingml/2006/main" noGrp="1"/>
          </p:cNvSpPr>
          <p:nvPr/>
        </p:nvSpPr>
        <p:spPr>
          <a:xfrm xmlns:a="http://schemas.openxmlformats.org/drawingml/2006/main">
            <a:off x="8153400" y="6076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202124"/>
                </a:solidFill>
                <a:latin typeface="Arial"/>
                <a:ea typeface="Arial"/>
                <a:cs typeface="Arial"/>
              </a:defRPr>
            </a:pPr>
            <a:r>
              <a:rPr sz="1875" b="1">
                <a:solidFill>
                  <a:srgbClr val="202124"/>
                </a:solidFill>
                <a:latin typeface="Arial"/>
                <a:ea typeface="Arial"/>
                <a:cs typeface="Arial"/>
              </a:rPr>
              <a:t>Push</a:t>
            </a:r>
          </a:p>
        </p:txBody>
      </p:sp>
    </p:spTree>
    <p:extLst>
      <p:ext uri="{BB962C8B-B14F-4D97-AF65-F5344CB8AC3E}">
        <p14:creationId xmlns:p14="http://schemas.microsoft.com/office/powerpoint/2010/main" val="3623257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2026-09-17T05:53:44.1670000Z</dcterms:created>
  <dcterms:modified xsi:type="dcterms:W3CDTF">2026-09-17T05:53:44.1670000Z</dcterms:modified>
</coreProperties>
</file>